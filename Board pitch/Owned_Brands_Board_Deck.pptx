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WCO  ·  OWNED BRANDS  ·  DATAVERS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signals to help WCO sellers win deals</a:t>
            </a:r>
            <a:endParaRPr lang="en-US" sz="4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hold owned-brand margin.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read-only, vendor-side intelligence and activity platform inside WCO — it surfaces the signals and tracks our engagement, so the Owned Brands team shows up at the right time with the right pitch.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0"/>
            <a:ext cx="1109441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surface signal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 the right seller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&amp; hold margin</a:t>
            </a:r>
            <a:pPr algn="ctr"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owned brands grow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 Goodman — Director, Sales, Owned Brands   ·   June 19, 2026   ·   Status: Discovery / prototype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WE ARE — AND WHAT’S MISSING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can’t see the signals that win deals and hold margin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We’re the vendor team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Owned Brands team is WCO’s owned-brands vendor team — our job is to call on WCO sellers and select customers and help them win.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2538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fly blind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2538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see which sellers are about to lose a winnable deal, or where competitive pressure is eroding owned-brand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7837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02117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lives in spreadsheets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02117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WCO’s distributor systems were never built for the vendor lens, so the work — and the signal — scatters across disconnected files.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platform’s job: surface those signals and put us in the right place at the right time.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own systems are blind to the vendor lens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64328" cy="2743200"/>
          </a:xfrm>
          <a:prstGeom prst="roundRect">
            <a:avLst>
              <a:gd name="adj" fmla="val 3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78728" y="2148840"/>
            <a:ext cx="5364328" cy="27432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61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Distributor lens — CORE &amp; 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81568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distributor operating model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invoice, and channel transactions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view of brand sell-through or competitive conversion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vendor-side activity tracking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53048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 lens — what Owned Brands needs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53048" y="2788920"/>
            <a:ext cx="481568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sell-through, brand by brand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performance on every line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cross-reference to owned-brand equivalents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Opportunities, quotes, and engagements tracked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vendor lens, the signal lives in disconnected spreadsheets — invisible to leadership and impossible to scale.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 — OUR NORTH STAR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 puts us in the right deal at the right time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527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1472527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 the governed data — deal at risk or margin under pressure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45054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974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861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1861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7974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WCO seller or customer, with the cross and the 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4388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47308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71195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71195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7308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0188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close the deal and hold owned-brand margin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43721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46641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0528" y="260604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052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46641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29521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grow; the engagement is tracked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SKU is the spine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one detail view unifies sales, stock, opportunities, crosses, and activity. Two tiers run the model: the WCO seller channel (push) and WCO customers (pull).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vendor-side platform and CRM — already prototyped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database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product → owned-brand part mapping; living, searchable.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8698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7298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83098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Signals +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3098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show up — deals at risk, margin under pressure, stock signal.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7357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03157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Vendor-lens CRM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03157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engagement with WCO sellers and customers — quotes, calls, demos.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email-drop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→ structured records; datasheet cross-extraction.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68698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7298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6" name="Text 24"/>
          <p:cNvSpPr/>
          <p:nvPr/>
        </p:nvSpPr>
        <p:spPr>
          <a:xfrm>
            <a:off x="4597298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83098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 dashboard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83098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over the whole pipeline.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8757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7357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7357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03157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forecast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03157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overlay with pipeline-weighted demand.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two-persona prototype (Leadership + Sales Team) already exists — this is proven UX, not a concept.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 &amp;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and in-tenant — zero risk to CORE or USD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64328" cy="3108960"/>
          </a:xfrm>
          <a:prstGeom prst="roundRect">
            <a:avLst>
              <a:gd name="adj" fmla="val 2647"/>
            </a:avLst>
          </a:prstGeom>
          <a:solidFill>
            <a:srgbClr val="FBECEC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32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will NOT 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156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 / update / delete to CORE, USD, or any system of record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production-database connectivity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duplication or ownership of WCO data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 outside the Microsoft / Azure boundary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148840"/>
            <a:ext cx="5364328" cy="3108960"/>
          </a:xfrm>
          <a:prstGeom prst="roundRect">
            <a:avLst>
              <a:gd name="adj" fmla="val 2647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53048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it’s governed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53048" y="2834640"/>
            <a:ext cx="48156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Azure-native: App Service / Functions + isolated Azure SQL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SSO, application RBAC, territory row-level security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certified Power BI — no dataset duplication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in-tenant; margin/cost handled as Confidential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complements Power BI and introduces no new system of record for WCO data.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phased build I can execute solo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1778" y="3017520"/>
            <a:ext cx="9168140" cy="0"/>
          </a:xfrm>
          <a:prstGeom prst="line">
            <a:avLst/>
          </a:prstGeom>
          <a:noFill/>
          <a:ln w="254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58" y="27432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123745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Scoping, prototype, access one-pager, systems discovery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949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0" name="Text 8"/>
          <p:cNvSpPr/>
          <p:nvPr/>
        </p:nvSpPr>
        <p:spPr>
          <a:xfrm>
            <a:off x="352949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4067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639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read-only approval; confirm mechanism with Data Office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152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582152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271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843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production — data layer, app DB, identity, Power BI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1356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356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2474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046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Email-drop, datasheet crosses, natural-language query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0559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559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678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6250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adoption, education &amp; sales-plan outputs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by design: each phase is independently valuable and lowers the risk of the next.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read-only access, an Azure environment, and governance liaisons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data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167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WCO sales data incl. margin/cost — via certified datasets, Power BI, or the API layer. Defined user group: the Owned Brands sales team.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346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build environment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10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/ resource group under WCO governance, Entra ID app registration, Azure OpenAI in-tenant, and a Power BI workspace with certified-dataset read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89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liaisons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453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contacts from Data Office, BI Governance, Cloud Engineering, and IT Security — plus confirmation of the access-request workflow and margin/cost classification.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requested: </a:t>
            </a:r>
            <a:pPr indent="0" marL="0">
              <a:buNone/>
            </a:pPr>
            <a:r>
              <a:rPr lang="en-US" sz="1300" dirty="0">
                <a:solidFill>
                  <a:srgbClr val="B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CORE/USD, direct DB connectivity, data duplication, or any egress.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these and the Owned Brands team can finally see the signals — and act on them.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2026-06-20T13:03:01Z</dcterms:created>
  <dcterms:modified xsi:type="dcterms:W3CDTF">2026-06-20T13:03:01Z</dcterms:modified>
</cp:coreProperties>
</file>